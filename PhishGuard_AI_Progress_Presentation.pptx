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hraLz5yBVPekcup+sYsLLqwQol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-1242" y="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16335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/>
        </p:nvSpPr>
        <p:spPr>
          <a:xfrm>
            <a:off x="1003300" y="695325"/>
            <a:ext cx="48483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9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qqqq</a:t>
            </a: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6627c4e87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g3f6627c4e8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627c4e87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g3f6627c4e8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6627c4e87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3f6627c4e8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6627c4e87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3f6627c4e8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6627c4e87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g3f6627c4e8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6627c4e87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g3f6627c4e8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627c4e87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f6627c4e8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989f12239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3f989f1223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989f12239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f989f1223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989f12239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g3f989f1223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989f12239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g3f989f1223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796247" y="4595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457201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3575050" y="273051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457201" y="1435101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1792288" y="5367339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2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body" idx="1"/>
          </p:nvPr>
        </p:nvSpPr>
        <p:spPr>
          <a:xfrm>
            <a:off x="480402" y="166104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6" name="Picture 2" descr="C:\Users\CSE Section C\Downloads\1786091421996 (1)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239" y="1888839"/>
            <a:ext cx="3325189" cy="353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title"/>
          </p:nvPr>
        </p:nvSpPr>
        <p:spPr>
          <a:xfrm>
            <a:off x="155575" y="160338"/>
            <a:ext cx="8835900" cy="11880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4F6128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6420"/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P. R. Pote Patil College of Engineering &amp; Management, Amravati</a:t>
            </a:r>
            <a:b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An Autonomous Institute</a:t>
            </a:r>
            <a:r>
              <a:rPr lang="en-US" sz="1800" b="1">
                <a:solidFill>
                  <a:srgbClr val="205867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1">
                <a:solidFill>
                  <a:srgbClr val="20586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</a:t>
            </a:r>
            <a:endParaRPr sz="18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55575" y="1405291"/>
            <a:ext cx="8835900" cy="53682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lt1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 fontScale="77500" lnSpcReduction="20000"/>
          </a:bodyPr>
          <a:lstStyle/>
          <a:p/>
          <a:p/>
          <a:p>
            <a:r>
              <a:t>PhishGuard AI — An Intelligent Email Phishing Detection System Using Machine Learning</a:t>
            </a:r>
          </a:p>
          <a:p/>
          <a:p/>
          <a:p/>
          <a:p/>
          <a:p/>
          <a:p/>
          <a:p/>
          <a:p/>
          <a:p/>
          <a:p/>
          <a:p>
            <a:r>
              <a:t>     </a:t>
            </a:r>
          </a:p>
          <a:p>
            <a:r>
              <a:t>     </a:t>
            </a:r>
          </a:p>
          <a:p>
            <a:r>
              <a:t>     </a:t>
            </a:r>
          </a:p>
          <a:p/>
          <a:p/>
          <a:p/>
          <a:p/>
          <a:p/>
          <a:p/>
          <a:p/>
          <a:p/>
          <a:p/>
        </p:txBody>
      </p:sp>
      <p:sp>
        <p:nvSpPr>
          <p:cNvPr id="108" name="Google Shape;108;p1" descr="Baselius College |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 descr="Baselius College |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6627" y="2213113"/>
            <a:ext cx="1361306" cy="139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 descr="C:\Users\Win10\Downloads\ChatGPT Image Feb 6, 2026, 01_52_07 P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363" y="304800"/>
            <a:ext cx="846137" cy="83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72843" y="304800"/>
            <a:ext cx="910652" cy="91065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"/>
          <p:cNvSpPr txBox="1"/>
          <p:nvPr/>
        </p:nvSpPr>
        <p:spPr>
          <a:xfrm>
            <a:off x="155575" y="6400800"/>
            <a:ext cx="8835900" cy="3726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                                                                                     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381000" y="38568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Contents</a:t>
            </a:r>
            <a:endParaRPr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381000" y="1219200"/>
            <a:ext cx="8229600" cy="46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Proposed Methodology 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Progress Summary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Challenges / Limitations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Expected Outcome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Copyrights / Publications / Patents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2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3420" y="466162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381000" y="80247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PhishGuard AI — An Intelligent Email Phishing Detection System Using Machine Learning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6627c4e87_0_1"/>
          <p:cNvSpPr txBox="1">
            <a:spLocks noGrp="1"/>
          </p:cNvSpPr>
          <p:nvPr>
            <p:ph type="title"/>
          </p:nvPr>
        </p:nvSpPr>
        <p:spPr>
          <a:xfrm>
            <a:off x="381000" y="37069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Introduction</a:t>
            </a:r>
            <a:endParaRPr/>
          </a:p>
        </p:txBody>
      </p:sp>
      <p:sp>
        <p:nvSpPr>
          <p:cNvPr id="128" name="Google Shape;128;g3f6627c4e87_0_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1. Phishing attacks continue to be the primary vector for cyber threats.
2. Current solutions are often rule-based and easily bypassed.
3. PhishGuard AI introduces an ML-powered, real-time scanning approach.
4. It uses a trusted-domain allowlist to eliminate false positives.
5. [NOTE: Please insert your attached Introduction image here]</a:t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g3f6627c4e87_0_1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08430" y="40528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f6627c4e87_0_1"/>
          <p:cNvSpPr txBox="1"/>
          <p:nvPr/>
        </p:nvSpPr>
        <p:spPr>
          <a:xfrm>
            <a:off x="381000" y="65257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PhishGuard AI — An Intelligent Email Phishing Detection System Using Machine Learning</a:t>
            </a:r>
          </a:p>
        </p:txBody>
      </p:sp>
      <p:sp>
        <p:nvSpPr>
          <p:cNvPr id="131" name="Google Shape;131;g3f6627c4e87_0_1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627c4e87_0_9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Motivation</a:t>
            </a:r>
            <a:endParaRPr/>
          </a:p>
        </p:txBody>
      </p:sp>
      <p:sp>
        <p:nvSpPr>
          <p:cNvPr id="137" name="Google Shape;137;g3f6627c4e87_0_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1. Need for a proactive defense mechanism against targeted spear-phishing.
2. Lack of explainability in current 'black-box' security tools.
3. The importance of protecting sensitive personal and corporate data.
4. Bridging the gap between advanced ML models and easy-to-use interfaces.</a:t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g3f6627c4e87_0_9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6050" y="45868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f6627c4e87_0_9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PhishGuard AI — An Intelligent Email Phishing Detection System Using Machine Learning</a:t>
            </a:r>
          </a:p>
        </p:txBody>
      </p:sp>
      <p:sp>
        <p:nvSpPr>
          <p:cNvPr id="140" name="Google Shape;140;g3f6627c4e87_0_9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6627c4e87_0_17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Statement</a:t>
            </a:r>
            <a:endParaRPr sz="3200"/>
          </a:p>
        </p:txBody>
      </p:sp>
      <p:sp>
        <p:nvSpPr>
          <p:cNvPr id="146" name="Google Shape;146;g3f6627c4e87_0_1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1. Email phishing remains difficult to detect with traditional heuristics.</a:t>
            </a:r>
          </a:p>
          <a:p>
            <a:r>
              <a:t>2. High false-positive rates in existing ML models disrupt business.</a:t>
            </a:r>
          </a:p>
          <a:p>
            <a:r>
              <a:t>3. Delay in detection allows malicious payloads to be executed.</a:t>
            </a:r>
          </a:p>
          <a:p>
            <a:r>
              <a:t>4. Lack of user-friendly analytics and transparent reasoning for flagged emails.</a:t>
            </a:r>
          </a:p>
          <a:p>
            <a:r>
              <a:t>5. [NOTE: Please insert your attached Problem Statement image here]</a:t>
            </a:r>
          </a:p>
          <a:p/>
          <a:p/>
          <a:p/>
          <a:p/>
          <a:p/>
          <a:p/>
          <a:p/>
          <a:p/>
        </p:txBody>
      </p:sp>
      <p:pic>
        <p:nvPicPr>
          <p:cNvPr id="147" name="Google Shape;147;g3f6627c4e87_0_17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1060" y="44369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f6627c4e87_0_17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PhishGuard AI — An Intelligent Email Phishing Detection System Using Machine Learning</a:t>
            </a:r>
          </a:p>
        </p:txBody>
      </p:sp>
      <p:sp>
        <p:nvSpPr>
          <p:cNvPr id="149" name="Google Shape;149;g3f6627c4e87_0_17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6627c4e87_0_33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Objectives</a:t>
            </a:r>
            <a:endParaRPr sz="3200"/>
          </a:p>
        </p:txBody>
      </p:sp>
      <p:sp>
        <p:nvSpPr>
          <p:cNvPr id="155" name="Google Shape;155;g3f6627c4e87_0_3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1. Develop a high-accuracy ML model (TF-IDF + Logistic Regression).
2. Implement a real-time IMAP monitoring daemon with WebSocket alerts.
3. Build a FastAPI backend with robust security and JWT authentication.
4. Design an interactive React dashboard with explainable AI reasoning.
5. Minimize false positives on legitimate business emails.</a:t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g3f6627c4e87_0_33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f6627c4e87_0_33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PhishGuard AI — An Intelligent Email Phishing Detection System Using Machine Learning</a:t>
            </a:r>
          </a:p>
        </p:txBody>
      </p:sp>
      <p:sp>
        <p:nvSpPr>
          <p:cNvPr id="158" name="Google Shape;158;g3f6627c4e87_0_33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6627c4e87_0_25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Literature Survey</a:t>
            </a:r>
            <a:endParaRPr sz="3200"/>
          </a:p>
        </p:txBody>
      </p:sp>
      <p:sp>
        <p:nvSpPr>
          <p:cNvPr id="164" name="Google Shape;164;g3f6627c4e87_0_2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1. Traditional heuristic approaches: Fast but low accuracy.
2. Deep Learning models: High accuracy but slow and lack explainability.
3. Standard ML models: Good balance but suffer from false positives.
4. Commercial tools: Expensive and proprietary.
5. PhishGuard AI: High accuracy (98%), explainable, fast, and open architecture.</a:t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g3f6627c4e87_0_25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f6627c4e87_0_25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PhishGuard AI — An Intelligent Email Phishing Detection System Using Machine Learning</a:t>
            </a:r>
          </a:p>
        </p:txBody>
      </p:sp>
      <p:sp>
        <p:nvSpPr>
          <p:cNvPr id="167" name="Google Shape;167;g3f6627c4e87_0_25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6627c4e87_0_41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Proposed Methodology</a:t>
            </a:r>
            <a:endParaRPr sz="3200"/>
          </a:p>
        </p:txBody>
      </p:sp>
      <p:sp>
        <p:nvSpPr>
          <p:cNvPr id="173" name="Google Shape;173;g3f6627c4e87_0_4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1. Data Collection: Enron Spam Corpus + Hugging Face datasets.</a:t>
            </a:r>
          </a:p>
          <a:p>
            <a:r>
              <a:t>2. Preprocessing: TF-IDF vectorization with 1-2 n-grams.</a:t>
            </a:r>
          </a:p>
          <a:p>
            <a:r>
              <a:t>3. Model Training: Logistic Regression tuned with GridSearchCV.</a:t>
            </a:r>
          </a:p>
          <a:p>
            <a:r>
              <a:t>4. Backend: Asynchronous FastAPI with SQLite/PostgreSQL.</a:t>
            </a:r>
          </a:p>
          <a:p>
            <a:r>
              <a:t>5. Real-time Monitoring: IMAP client daemon polling emails.</a:t>
            </a:r>
          </a:p>
          <a:p>
            <a:r>
              <a:t>6. Threat Alerting: WebSockets push notifications to the client.</a:t>
            </a:r>
          </a:p>
          <a:p>
            <a:r>
              <a:t>7. Frontend: React dashboard visualizes data and ML explainability.</a:t>
            </a:r>
          </a:p>
          <a:p>
            <a:r>
              <a:t>8. Deployment: Docker Compose for easy environment setup.</a:t>
            </a:r>
          </a:p>
          <a:p/>
          <a:p/>
          <a:p/>
          <a:p/>
          <a:p/>
          <a:p/>
          <a:p/>
          <a:p/>
          <a:p/>
        </p:txBody>
      </p:sp>
      <p:pic>
        <p:nvPicPr>
          <p:cNvPr id="174" name="Google Shape;174;g3f6627c4e87_0_41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f6627c4e87_0_41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PhishGuard AI — An Intelligent Email Phishing Detection System Using Machine Learning</a:t>
            </a:r>
          </a:p>
        </p:txBody>
      </p:sp>
      <p:sp>
        <p:nvSpPr>
          <p:cNvPr id="176" name="Google Shape;176;g3f6627c4e87_0_41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6627c4e87_0_49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Progress Summary</a:t>
            </a:r>
            <a:endParaRPr sz="3200"/>
          </a:p>
        </p:txBody>
      </p:sp>
      <p:sp>
        <p:nvSpPr>
          <p:cNvPr id="182" name="Google Shape;182;g3f6627c4e87_0_4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Modules:</a:t>
            </a:r>
          </a:p>
          <a:p>
            <a:r>
              <a:t>1. ML Model Training &amp; Dataset Preparation (Completed 01/08/2026)</a:t>
            </a:r>
          </a:p>
          <a:p>
            <a:r>
              <a:t>2. Backend API Development (Completed 15/08/2026)</a:t>
            </a:r>
          </a:p>
          <a:p>
            <a:r>
              <a:t>3. Frontend Dashboard Development (Completed 25/08/2026)</a:t>
            </a:r>
          </a:p>
          <a:p>
            <a:r>
              <a:t>4. Real-Time Threat Monitoring &amp; WebSockets (In Progress - 30/09/2026)</a:t>
            </a:r>
          </a:p>
          <a:p>
            <a:r>
              <a:t>5. Testing, Deployment &amp; Documentation (In Progress - 31/10/2026)</a:t>
            </a:r>
          </a:p>
          <a:p/>
          <a:p/>
          <a:p/>
          <a:p/>
          <a:p/>
          <a:p/>
          <a:p/>
          <a:p/>
          <a:p/>
        </p:txBody>
      </p:sp>
      <p:pic>
        <p:nvPicPr>
          <p:cNvPr id="183" name="Google Shape;183;g3f6627c4e87_0_49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f6627c4e87_0_49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PhishGuard AI — An Intelligent Email Phishing Detection System Using Machine Learning</a:t>
            </a:r>
          </a:p>
        </p:txBody>
      </p:sp>
      <p:sp>
        <p:nvSpPr>
          <p:cNvPr id="185" name="Google Shape;185;g3f6627c4e87_0_49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989f12239_0_7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Challenges/Limitations</a:t>
            </a:r>
            <a:endParaRPr sz="3200"/>
          </a:p>
        </p:txBody>
      </p:sp>
      <p:sp>
        <p:nvSpPr>
          <p:cNvPr id="191" name="Google Shape;191;g3f989f12239_0_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1. Ensuring low latency for real-time email scanning.</a:t>
            </a:r>
          </a:p>
          <a:p>
            <a:r>
              <a:t>2. Maintaining the trusted-domain allowlist to prevent false positives.</a:t>
            </a:r>
          </a:p>
          <a:p>
            <a:r>
              <a:t>3. Securing the IMAP session credentials dynamically.</a:t>
            </a:r>
          </a:p>
          <a:p>
            <a:r>
              <a:t>4. Handling API rate limits when integrating with third-party IMAP providers.</a:t>
            </a:r>
          </a:p>
          <a:p/>
          <a:p/>
          <a:p/>
          <a:p/>
          <a:p/>
          <a:p/>
          <a:p/>
          <a:p/>
        </p:txBody>
      </p:sp>
      <p:pic>
        <p:nvPicPr>
          <p:cNvPr id="192" name="Google Shape;192;g3f989f12239_0_7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f989f12239_0_7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PhishGuard AI — An Intelligent Email Phishing Detection System Using Machine Learning</a:t>
            </a:r>
          </a:p>
        </p:txBody>
      </p:sp>
      <p:sp>
        <p:nvSpPr>
          <p:cNvPr id="194" name="Google Shape;194;g3f989f12239_0_7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989f12239_0_15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Expected Outcomes</a:t>
            </a:r>
            <a:endParaRPr sz="3200"/>
          </a:p>
        </p:txBody>
      </p:sp>
      <p:sp>
        <p:nvSpPr>
          <p:cNvPr id="200" name="Google Shape;200;g3f989f12239_0_1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1. Working full-stack application capable of scanning live inboxes.
2. ML model achieves 98% accuracy and 98.8% recall.
3. Reusable Docker deployment with secure authentication.
4. Foundation for publishing a research paper on the methodology.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g3f989f12239_0_15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f989f12239_0_15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PhishGuard AI — An Intelligent Email Phishing Detection System Using Machine Learning</a:t>
            </a:r>
          </a:p>
        </p:txBody>
      </p:sp>
      <p:sp>
        <p:nvSpPr>
          <p:cNvPr id="203" name="Google Shape;203;g3f989f12239_0_15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989f12239_0_24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References</a:t>
            </a:r>
            <a:endParaRPr sz="3200"/>
          </a:p>
        </p:txBody>
      </p:sp>
      <p:sp>
        <p:nvSpPr>
          <p:cNvPr id="209" name="Google Shape;209;g3f989f12239_0_2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1. Enron Spam Corpus (Hugging Face)
2. scikit-learn documentation for ML models
3. FastAPI official documentation
4. React and Vite documentation
5. Relevant research papers on NLP-based phishing detection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g3f989f12239_0_24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f989f12239_0_24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PhishGuard AI — An Intelligent Email Phishing Detection System Using Machine Learning</a:t>
            </a:r>
          </a:p>
        </p:txBody>
      </p:sp>
      <p:sp>
        <p:nvSpPr>
          <p:cNvPr id="212" name="Google Shape;212;g3f989f12239_0_24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989f12239_0_32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Copyrights / Publications / Patents</a:t>
            </a:r>
            <a:endParaRPr sz="3200"/>
          </a:p>
        </p:txBody>
      </p:sp>
      <p:sp>
        <p:nvSpPr>
          <p:cNvPr id="218" name="Google Shape;218;g3f989f12239_0_3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Research paper drafting is currently in progress.</a:t>
            </a:r>
          </a:p>
          <a:p>
            <a:r>
              <a:t>Literature survey and methodology are finalized.</a:t>
            </a:r>
          </a:p>
          <a:p/>
          <a:p/>
          <a:p/>
          <a:p/>
          <a:p/>
          <a:p/>
          <a:p/>
          <a:p/>
        </p:txBody>
      </p:sp>
      <p:pic>
        <p:nvPicPr>
          <p:cNvPr id="219" name="Google Shape;219;g3f989f12239_0_32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f989f12239_0_32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PhishGuard AI — An Intelligent Email Phishing Detection System Using Machine Learning</a:t>
            </a:r>
          </a:p>
        </p:txBody>
      </p:sp>
      <p:sp>
        <p:nvSpPr>
          <p:cNvPr id="221" name="Google Shape;221;g3f989f12239_0_32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Microsoft Office PowerPoint</Application>
  <PresentationFormat>On-screen Show (4:3)</PresentationFormat>
  <Paragraphs>162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P. R. Pote Patil College of Engineering &amp; Management, Amravati An Autonomous Institute Department of Computer Science &amp; Engineering</vt:lpstr>
      <vt:lpstr> Contents</vt:lpstr>
      <vt:lpstr> Introduction</vt:lpstr>
      <vt:lpstr> Motivation</vt:lpstr>
      <vt:lpstr> Problem Statement</vt:lpstr>
      <vt:lpstr> Objectives</vt:lpstr>
      <vt:lpstr> Literature Survey</vt:lpstr>
      <vt:lpstr> Proposed Methodology</vt:lpstr>
      <vt:lpstr> Progress Summary</vt:lpstr>
      <vt:lpstr> Challenges/Limitations</vt:lpstr>
      <vt:lpstr> Expected Outcomes</vt:lpstr>
      <vt:lpstr> References</vt:lpstr>
      <vt:lpstr> Copyrights / Publications / Patents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P. R. Pote Patil College of Engineering &amp; Management, Amravati An Autonomous Institute Department of Computer Science &amp; Engineering</dc:title>
  <dc:creator>sanjay</dc:creator>
  <cp:lastModifiedBy>Win10</cp:lastModifiedBy>
  <cp:revision>2</cp:revision>
  <dcterms:created xsi:type="dcterms:W3CDTF">2017-08-21T04:34:30Z</dcterms:created>
  <dcterms:modified xsi:type="dcterms:W3CDTF">2026-08-07T08:41:32Z</dcterms:modified>
</cp:coreProperties>
</file>